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6686f18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6686f18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6686f18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6686f18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6686f189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6686f189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6686f189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6686f189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6686f189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6686f189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6686f189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6686f189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6686f189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6686f189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6686f189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6686f189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6686f189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6686f189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8900" y="399525"/>
            <a:ext cx="8265600" cy="4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HCL HACKATHON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- SNOWCREWS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USECASE:</a:t>
            </a:r>
            <a:r>
              <a:rPr lang="en" sz="2400">
                <a:solidFill>
                  <a:schemeClr val="dk1"/>
                </a:solidFill>
              </a:rPr>
              <a:t>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ANALYTICS &amp; PATIENT INSIGHTS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443000" y="0"/>
            <a:ext cx="81108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HCL HACKATHON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- SNOWCREWS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USECASE:</a:t>
            </a:r>
            <a:r>
              <a:rPr lang="en" sz="2400">
                <a:solidFill>
                  <a:schemeClr val="dk1"/>
                </a:solidFill>
              </a:rPr>
              <a:t>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ANALYTICS &amp; PATIENT INSIGHTS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USECASE DIAGRAM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usecase diagram.jpeg"/>
          <p:cNvPicPr preferRelativeResize="0"/>
          <p:nvPr/>
        </p:nvPicPr>
        <p:blipFill rotWithShape="1">
          <a:blip r:embed="rId3">
            <a:alphaModFix/>
          </a:blip>
          <a:srcRect b="-620" l="9580" r="-9580" t="620"/>
          <a:stretch/>
        </p:blipFill>
        <p:spPr>
          <a:xfrm>
            <a:off x="0" y="152400"/>
            <a:ext cx="914400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458225" y="0"/>
            <a:ext cx="82629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HCL HACKATHON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- SNOWCREWS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USECASE:</a:t>
            </a:r>
            <a:r>
              <a:rPr lang="en" sz="2400">
                <a:solidFill>
                  <a:schemeClr val="dk1"/>
                </a:solidFill>
              </a:rPr>
              <a:t>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ANALYTICS &amp; PATIENT INSIGHTS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FLOW DIAGRAM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5c227873-a01a-443c-879c-6b77ccc3ae3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4875" y="152400"/>
            <a:ext cx="4623124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458225" y="0"/>
            <a:ext cx="82629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HCL HACKATHON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- SNOWCREWS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USECASE:</a:t>
            </a:r>
            <a:r>
              <a:rPr lang="en" sz="2400">
                <a:solidFill>
                  <a:schemeClr val="dk1"/>
                </a:solidFill>
              </a:rPr>
              <a:t>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ANALYTICS &amp; PATIENT INSIGHTS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 </a:t>
            </a:r>
            <a:r>
              <a:rPr b="1" lang="e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 DESIGN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DATA MODELER -  RELATIONAL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title="DATA MOELER-RELATIONAL.png"/>
          <p:cNvPicPr preferRelativeResize="0"/>
          <p:nvPr/>
        </p:nvPicPr>
        <p:blipFill rotWithShape="1">
          <a:blip r:embed="rId3">
            <a:alphaModFix/>
          </a:blip>
          <a:srcRect b="0" l="797" r="807" t="0"/>
          <a:stretch/>
        </p:blipFill>
        <p:spPr>
          <a:xfrm>
            <a:off x="91325" y="56831"/>
            <a:ext cx="9143999" cy="5029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458225" y="0"/>
            <a:ext cx="82629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HCL HACKATHON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- SNOWCREWS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USECASE:</a:t>
            </a:r>
            <a:r>
              <a:rPr lang="en" sz="2400">
                <a:solidFill>
                  <a:schemeClr val="dk1"/>
                </a:solidFill>
              </a:rPr>
              <a:t>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ANALYTICS &amp; PATIENT INSIGHTS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 SCHEMA DESIGN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DATA MODELER -  LOGICAL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DATA MOELER-LOGICAL.png"/>
          <p:cNvPicPr preferRelativeResize="0"/>
          <p:nvPr/>
        </p:nvPicPr>
        <p:blipFill rotWithShape="1">
          <a:blip r:embed="rId3">
            <a:alphaModFix/>
          </a:blip>
          <a:srcRect b="0" l="1960" r="1969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